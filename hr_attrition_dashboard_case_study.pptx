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Power BI HR Attrition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10896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F2FE"/>
                </a:solidFill>
              </a:defRPr>
            </a:pPr>
            <a:r>
              <a:t>Business Analyst Case Study | People Analytics | Attrition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Employee attrition impacts hiring cost, productivity, team stability and employee morale.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HR leadership needs a visual dashboard to answer:</a:t>
            </a:r>
          </a:p>
          <a:p>
            <a:pPr>
              <a:defRPr sz="2000">
                <a:solidFill>
                  <a:srgbClr val="0F172A"/>
                </a:solidFill>
              </a:defRPr>
            </a:pP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• Which departments have the highest attrition?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• Are new employees leaving faster?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• Does overtime increase attrition risk?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• Is salary band connected to employee exits?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• What actions should HR prioritize?</a:t>
            </a:r>
          </a:p>
        </p:txBody>
      </p:sp>
      <p:pic>
        <p:nvPicPr>
          <p:cNvPr id="5" name="Picture 4" descr="hr_attrition_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120640" cy="23892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Power BI HR Attrition Dashboard | Business Analyst Portfolio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Key HR Attrition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Executive summary metrics for HR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474720" cy="1143000"/>
          </a:xfrm>
          <a:prstGeom prst="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Total Employees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1000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463040"/>
            <a:ext cx="3474720" cy="1143000"/>
          </a:xfrm>
          <a:prstGeom prst="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2763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Employees Left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315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463040"/>
            <a:ext cx="3474720" cy="1143000"/>
          </a:xfrm>
          <a:prstGeom prst="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62763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Attrition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96596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31.5%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3474720" cy="1143000"/>
          </a:xfrm>
          <a:prstGeom prst="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Active Employees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685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291840"/>
            <a:ext cx="3474720" cy="1143000"/>
          </a:xfrm>
          <a:prstGeom prst="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45643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Avg Tenure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79476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4.3 yrs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291840"/>
            <a:ext cx="3474720" cy="1143000"/>
          </a:xfrm>
          <a:prstGeom prst="rect">
            <a:avLst/>
          </a:prstGeom>
          <a:solidFill>
            <a:srgbClr val="E0F2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45643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Avg Income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79476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₹59,352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Power BI HR Attrition Dashboard | Business Analyst Portfolio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Dashboard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Power BI style dashboard layout for HR attrition analysis</a:t>
            </a:r>
          </a:p>
        </p:txBody>
      </p:sp>
      <p:pic>
        <p:nvPicPr>
          <p:cNvPr id="4" name="Picture 3" descr="hr_attrition_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81360" cy="50771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Power BI HR Attrition Dashboard | Business Analyst Portfolio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Segmentation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Attrition segmented by department, tenure, salary band and overtime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669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Dashboard segments attrition by:</a:t>
            </a:r>
          </a:p>
          <a:p>
            <a:pPr>
              <a:defRPr sz="1800">
                <a:solidFill>
                  <a:srgbClr val="0F172A"/>
                </a:solidFill>
              </a:defRPr>
            </a:pP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Department: Identify business units with high workforce risk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Tenure Band: Detect early-tenure exits and onboarding gaps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Salary Band: Understand compensation-related attrition exposure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Overtime: Evaluate workload and burnout indicators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Job Role: Highlight roles needing immediate intervention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325880"/>
          <a:ext cx="49377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426720">
                <a:tc>
                  <a:txBody>
                    <a:bodyPr/>
                    <a:lstStyle/>
                    <a:p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Employees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Attr 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Customer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43.4%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Research &amp;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31.7%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30.8%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29.9%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Power BI HR Attrition Dashboard | Business Analyst Portfolio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What the HR team should notice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8992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0817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1. Early-tenure employees show higher attrition risk.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57400"/>
            <a:ext cx="1078992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8541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2. Overtime is strongly connected with employee exits.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1078992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6265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3. Low salary band employees have higher attrition exposure.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11880"/>
            <a:ext cx="1078992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3989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4. Attrition is concentrated in selected departments and job roles.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10789920" cy="5943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17136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5. Retention actions should focus on onboarding, workload and compensation.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Power BI HR Attrition Dashboard | Business Analyst Portfolio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HR actions based on dashboard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✓ Create a 30-60-90 day onboarding and engagement check-in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✓ Monitor overtime by department and rebalance workload where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✓ Review salary bands for high-risk employee groups.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✓ Run stay interviews for employees with tenure below 2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✓ Prepare department-level retention action plans and track progress monthly.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Power BI HR Attrition Dashboard | Business Analyst Portfolio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BA Deliverables &amp; Portfolio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Artifacts included for GitHub and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• Dataset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• SQL Analysis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• Dashboard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• Dashboard Preview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• BRD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23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• SRS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• User Stories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017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• KPI Definitions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• Insights &amp;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611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• LinkedIn Caption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Power BI HR Attrition Dashboard | Business Analyst Portfolio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How to Share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Recommended LinkedIn + GitHub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LinkedIn Post: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Upload dashboard image as the first visual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Attach PPT/PDF as a carousel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Add GitHub link in the first comment</a:t>
            </a:r>
          </a:p>
          <a:p>
            <a:pPr>
              <a:defRPr sz="1800">
                <a:solidFill>
                  <a:srgbClr val="0F172A"/>
                </a:solidFill>
              </a:defRPr>
            </a:pP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GitHub Repository: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README.md with project objective, KPIs and insights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data/ folder for CSV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sql/ folder for queries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dashboard/ folder for workbook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documentation/ folder for BA documents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• presentation/ folder for PPT/PDF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Power BI HR Attrition Dashboard | Business Analyst Portfolio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